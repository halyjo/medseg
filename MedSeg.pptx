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5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5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330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18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80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33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46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312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604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23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582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e med bilde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7278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12692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nb-NO"/>
              <a:t>Klikk for å redigere tekststiler i malen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779640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1189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72271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for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926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411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593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6/25/2020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9202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C645E99-87D3-465C-8025-2537B0A7AF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2192062-1230-46BE-B11A-319C50CA79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820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3581DFC-9A78-4FC0-BB69-00F5E0E3F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of liver cancer with weak labels</a:t>
            </a:r>
            <a:br>
              <a:rPr lang="en-US" dirty="0"/>
            </a:br>
            <a:endParaRPr lang="en-US" dirty="0"/>
          </a:p>
        </p:txBody>
      </p:sp>
      <p:pic>
        <p:nvPicPr>
          <p:cNvPr id="15" name="Plassholder for innhold 14" descr="Et bilde som inneholder skjermbilde&#10;&#10;Automatisk generert beskrivelse">
            <a:extLst>
              <a:ext uri="{FF2B5EF4-FFF2-40B4-BE49-F238E27FC236}">
                <a16:creationId xmlns:a16="http://schemas.microsoft.com/office/drawing/2014/main" id="{9A491255-964F-48A0-8013-453FD99DF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431" t="24547" r="8230" b="18498"/>
          <a:stretch/>
        </p:blipFill>
        <p:spPr>
          <a:xfrm>
            <a:off x="307526" y="1808424"/>
            <a:ext cx="4784103" cy="2389695"/>
          </a:xfrm>
        </p:spPr>
      </p:pic>
      <p:pic>
        <p:nvPicPr>
          <p:cNvPr id="17" name="Bilde 16">
            <a:extLst>
              <a:ext uri="{FF2B5EF4-FFF2-40B4-BE49-F238E27FC236}">
                <a16:creationId xmlns:a16="http://schemas.microsoft.com/office/drawing/2014/main" id="{21C77DF8-2579-41ED-96E1-C9EF5909F5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17" t="25162" r="7892" b="19229"/>
          <a:stretch/>
        </p:blipFill>
        <p:spPr>
          <a:xfrm>
            <a:off x="307526" y="4198119"/>
            <a:ext cx="4784103" cy="2329033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CF22396-5213-4FEB-8A24-9B7E45183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1628" y="1808424"/>
            <a:ext cx="6741041" cy="471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25711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126</TotalTime>
  <Words>7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Ion</vt:lpstr>
      <vt:lpstr>PowerPoint-presentasjon</vt:lpstr>
      <vt:lpstr>Segmentation of liver cancer with weak labels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Harald Lykke Joakimsen</dc:creator>
  <cp:lastModifiedBy>Harald Lykke Joakimsen</cp:lastModifiedBy>
  <cp:revision>8</cp:revision>
  <dcterms:created xsi:type="dcterms:W3CDTF">2020-06-25T08:08:32Z</dcterms:created>
  <dcterms:modified xsi:type="dcterms:W3CDTF">2020-06-25T12:06:00Z</dcterms:modified>
</cp:coreProperties>
</file>